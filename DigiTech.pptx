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51B841-553A-B4E9-D257-9D0F4E84FB66}" v="262" dt="2026-10-20T23:48:06.819"/>
    <p1510:client id="{F9AAC4A9-BC38-6D56-45B6-40C0EE26B5BF}" v="373" dt="2026-10-21T22:57:24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ze Wei" userId="S::mingze.wei@pembroke.sa.edu.au::0fb1d5a2-da49-43e6-96ba-e47beece7258" providerId="AD" clId="Web-{8A617EB5-4D7D-212A-4DA6-357AF317A240}"/>
    <pc:docChg chg="modSld">
      <pc:chgData name="Mingze Wei" userId="S::mingze.wei@pembroke.sa.edu.au::0fb1d5a2-da49-43e6-96ba-e47beece7258" providerId="AD" clId="Web-{8A617EB5-4D7D-212A-4DA6-357AF317A240}" dt="2026-10-16T04:07:55.185" v="64" actId="20577"/>
      <pc:docMkLst>
        <pc:docMk/>
      </pc:docMkLst>
      <pc:sldChg chg="modSp">
        <pc:chgData name="Mingze Wei" userId="S::mingze.wei@pembroke.sa.edu.au::0fb1d5a2-da49-43e6-96ba-e47beece7258" providerId="AD" clId="Web-{8A617EB5-4D7D-212A-4DA6-357AF317A240}" dt="2026-10-16T04:07:55.185" v="64" actId="20577"/>
        <pc:sldMkLst>
          <pc:docMk/>
          <pc:sldMk cId="2128031870" sldId="257"/>
        </pc:sldMkLst>
        <pc:spChg chg="mod">
          <ac:chgData name="Mingze Wei" userId="S::mingze.wei@pembroke.sa.edu.au::0fb1d5a2-da49-43e6-96ba-e47beece7258" providerId="AD" clId="Web-{8A617EB5-4D7D-212A-4DA6-357AF317A240}" dt="2026-10-16T04:07:55.185" v="64" actId="20577"/>
          <ac:spMkLst>
            <pc:docMk/>
            <pc:sldMk cId="2128031870" sldId="257"/>
            <ac:spMk id="3" creationId="{C1D59440-6FD7-496E-8F2F-F39671E96CDB}"/>
          </ac:spMkLst>
        </pc:spChg>
      </pc:sldChg>
    </pc:docChg>
  </pc:docChgLst>
  <pc:docChgLst>
    <pc:chgData name="Mingze Wei" userId="S::mingze.wei@pembroke.sa.edu.au::0fb1d5a2-da49-43e6-96ba-e47beece7258" providerId="AD" clId="Web-{F651B841-553A-B4E9-D257-9D0F4E84FB66}"/>
    <pc:docChg chg="addSld modSld">
      <pc:chgData name="Mingze Wei" userId="S::mingze.wei@pembroke.sa.edu.au::0fb1d5a2-da49-43e6-96ba-e47beece7258" providerId="AD" clId="Web-{F651B841-553A-B4E9-D257-9D0F4E84FB66}" dt="2026-10-20T23:48:06.819" v="170" actId="1076"/>
      <pc:docMkLst>
        <pc:docMk/>
      </pc:docMkLst>
      <pc:sldChg chg="addSp delSp modSp">
        <pc:chgData name="Mingze Wei" userId="S::mingze.wei@pembroke.sa.edu.au::0fb1d5a2-da49-43e6-96ba-e47beece7258" providerId="AD" clId="Web-{F651B841-553A-B4E9-D257-9D0F4E84FB66}" dt="2026-10-20T23:26:59.528" v="58" actId="1076"/>
        <pc:sldMkLst>
          <pc:docMk/>
          <pc:sldMk cId="3845542547" sldId="258"/>
        </pc:sldMkLst>
        <pc:spChg chg="mod">
          <ac:chgData name="Mingze Wei" userId="S::mingze.wei@pembroke.sa.edu.au::0fb1d5a2-da49-43e6-96ba-e47beece7258" providerId="AD" clId="Web-{F651B841-553A-B4E9-D257-9D0F4E84FB66}" dt="2026-10-20T23:20:58.505" v="6" actId="20577"/>
          <ac:spMkLst>
            <pc:docMk/>
            <pc:sldMk cId="3845542547" sldId="258"/>
            <ac:spMk id="2" creationId="{126A9C1D-C47C-DCCB-CF1C-D3420FB1CDAB}"/>
          </ac:spMkLst>
        </pc:spChg>
        <pc:spChg chg="del">
          <ac:chgData name="Mingze Wei" userId="S::mingze.wei@pembroke.sa.edu.au::0fb1d5a2-da49-43e6-96ba-e47beece7258" providerId="AD" clId="Web-{F651B841-553A-B4E9-D257-9D0F4E84FB66}" dt="2026-10-20T23:22:25.803" v="7"/>
          <ac:spMkLst>
            <pc:docMk/>
            <pc:sldMk cId="3845542547" sldId="258"/>
            <ac:spMk id="3" creationId="{EBEA2572-4E98-E74A-6986-3BF1CE439297}"/>
          </ac:spMkLst>
        </pc:spChg>
        <pc:spChg chg="add mod">
          <ac:chgData name="Mingze Wei" userId="S::mingze.wei@pembroke.sa.edu.au::0fb1d5a2-da49-43e6-96ba-e47beece7258" providerId="AD" clId="Web-{F651B841-553A-B4E9-D257-9D0F4E84FB66}" dt="2026-10-20T23:23:03.445" v="54" actId="20577"/>
          <ac:spMkLst>
            <pc:docMk/>
            <pc:sldMk cId="3845542547" sldId="258"/>
            <ac:spMk id="5" creationId="{5CF9F01F-EC03-F1A0-7E7F-947BD459C72E}"/>
          </ac:spMkLst>
        </pc:spChg>
        <pc:spChg chg="add del mod">
          <ac:chgData name="Mingze Wei" userId="S::mingze.wei@pembroke.sa.edu.au::0fb1d5a2-da49-43e6-96ba-e47beece7258" providerId="AD" clId="Web-{F651B841-553A-B4E9-D257-9D0F4E84FB66}" dt="2026-10-20T23:26:57.215" v="57"/>
          <ac:spMkLst>
            <pc:docMk/>
            <pc:sldMk cId="3845542547" sldId="258"/>
            <ac:spMk id="7" creationId="{FD6E5F42-6489-A4E8-97DA-AFB511A9FAEF}"/>
          </ac:spMkLst>
        </pc:spChg>
        <pc:picChg chg="add del mod ord">
          <ac:chgData name="Mingze Wei" userId="S::mingze.wei@pembroke.sa.edu.au::0fb1d5a2-da49-43e6-96ba-e47beece7258" providerId="AD" clId="Web-{F651B841-553A-B4E9-D257-9D0F4E84FB66}" dt="2026-10-20T23:26:48.121" v="56"/>
          <ac:picMkLst>
            <pc:docMk/>
            <pc:sldMk cId="3845542547" sldId="258"/>
            <ac:picMk id="4" creationId="{39E4CA0C-8CEC-E38F-8FC4-CC9A4913825E}"/>
          </ac:picMkLst>
        </pc:picChg>
        <pc:picChg chg="add mod ord">
          <ac:chgData name="Mingze Wei" userId="S::mingze.wei@pembroke.sa.edu.au::0fb1d5a2-da49-43e6-96ba-e47beece7258" providerId="AD" clId="Web-{F651B841-553A-B4E9-D257-9D0F4E84FB66}" dt="2026-10-20T23:26:59.528" v="58" actId="1076"/>
          <ac:picMkLst>
            <pc:docMk/>
            <pc:sldMk cId="3845542547" sldId="258"/>
            <ac:picMk id="8" creationId="{00060B45-25B3-7FC5-CDD9-2E23A2715755}"/>
          </ac:picMkLst>
        </pc:picChg>
      </pc:sldChg>
      <pc:sldChg chg="addSp modSp">
        <pc:chgData name="Mingze Wei" userId="S::mingze.wei@pembroke.sa.edu.au::0fb1d5a2-da49-43e6-96ba-e47beece7258" providerId="AD" clId="Web-{F651B841-553A-B4E9-D257-9D0F4E84FB66}" dt="2026-10-20T23:20:24.957" v="1" actId="1076"/>
        <pc:sldMkLst>
          <pc:docMk/>
          <pc:sldMk cId="1953620118" sldId="259"/>
        </pc:sldMkLst>
        <pc:picChg chg="add mod">
          <ac:chgData name="Mingze Wei" userId="S::mingze.wei@pembroke.sa.edu.au::0fb1d5a2-da49-43e6-96ba-e47beece7258" providerId="AD" clId="Web-{F651B841-553A-B4E9-D257-9D0F4E84FB66}" dt="2026-10-20T23:20:24.957" v="1" actId="1076"/>
          <ac:picMkLst>
            <pc:docMk/>
            <pc:sldMk cId="1953620118" sldId="259"/>
            <ac:picMk id="4" creationId="{79353A30-A79B-65EF-DBC1-A01CF87BD88C}"/>
          </ac:picMkLst>
        </pc:picChg>
      </pc:sldChg>
      <pc:sldChg chg="addSp modSp">
        <pc:chgData name="Mingze Wei" userId="S::mingze.wei@pembroke.sa.edu.au::0fb1d5a2-da49-43e6-96ba-e47beece7258" providerId="AD" clId="Web-{F651B841-553A-B4E9-D257-9D0F4E84FB66}" dt="2026-10-20T23:20:51.958" v="3"/>
        <pc:sldMkLst>
          <pc:docMk/>
          <pc:sldMk cId="1384169086" sldId="260"/>
        </pc:sldMkLst>
        <pc:spChg chg="add mod">
          <ac:chgData name="Mingze Wei" userId="S::mingze.wei@pembroke.sa.edu.au::0fb1d5a2-da49-43e6-96ba-e47beece7258" providerId="AD" clId="Web-{F651B841-553A-B4E9-D257-9D0F4E84FB66}" dt="2026-10-20T23:20:51.958" v="3"/>
          <ac:spMkLst>
            <pc:docMk/>
            <pc:sldMk cId="1384169086" sldId="260"/>
            <ac:spMk id="4" creationId="{5F9BBC6C-729C-889E-C708-F9D3526CBEC6}"/>
          </ac:spMkLst>
        </pc:spChg>
      </pc:sldChg>
      <pc:sldChg chg="addSp delSp modSp add replId">
        <pc:chgData name="Mingze Wei" userId="S::mingze.wei@pembroke.sa.edu.au::0fb1d5a2-da49-43e6-96ba-e47beece7258" providerId="AD" clId="Web-{F651B841-553A-B4E9-D257-9D0F4E84FB66}" dt="2026-10-20T23:32:21.768" v="62" actId="1076"/>
        <pc:sldMkLst>
          <pc:docMk/>
          <pc:sldMk cId="4107263932" sldId="261"/>
        </pc:sldMkLst>
        <pc:spChg chg="add del mod">
          <ac:chgData name="Mingze Wei" userId="S::mingze.wei@pembroke.sa.edu.au::0fb1d5a2-da49-43e6-96ba-e47beece7258" providerId="AD" clId="Web-{F651B841-553A-B4E9-D257-9D0F4E84FB66}" dt="2026-10-20T23:32:10.768" v="61"/>
          <ac:spMkLst>
            <pc:docMk/>
            <pc:sldMk cId="4107263932" sldId="261"/>
            <ac:spMk id="4" creationId="{7BAAF740-F863-E132-1DA2-ABF85D4ABEE0}"/>
          </ac:spMkLst>
        </pc:spChg>
        <pc:picChg chg="add mod ord">
          <ac:chgData name="Mingze Wei" userId="S::mingze.wei@pembroke.sa.edu.au::0fb1d5a2-da49-43e6-96ba-e47beece7258" providerId="AD" clId="Web-{F651B841-553A-B4E9-D257-9D0F4E84FB66}" dt="2026-10-20T23:32:21.768" v="62" actId="1076"/>
          <ac:picMkLst>
            <pc:docMk/>
            <pc:sldMk cId="4107263932" sldId="261"/>
            <ac:picMk id="6" creationId="{E5B5BED4-7687-5BE3-C1B8-6BAF1936C3C8}"/>
          </ac:picMkLst>
        </pc:picChg>
        <pc:picChg chg="del">
          <ac:chgData name="Mingze Wei" userId="S::mingze.wei@pembroke.sa.edu.au::0fb1d5a2-da49-43e6-96ba-e47beece7258" providerId="AD" clId="Web-{F651B841-553A-B4E9-D257-9D0F4E84FB66}" dt="2026-10-20T23:32:07.831" v="60"/>
          <ac:picMkLst>
            <pc:docMk/>
            <pc:sldMk cId="4107263932" sldId="261"/>
            <ac:picMk id="8" creationId="{B29ED972-DA1B-88EA-0594-A3CAF0E39F1A}"/>
          </ac:picMkLst>
        </pc:picChg>
      </pc:sldChg>
      <pc:sldChg chg="addSp delSp modSp add replId">
        <pc:chgData name="Mingze Wei" userId="S::mingze.wei@pembroke.sa.edu.au::0fb1d5a2-da49-43e6-96ba-e47beece7258" providerId="AD" clId="Web-{F651B841-553A-B4E9-D257-9D0F4E84FB66}" dt="2026-10-20T23:38:26.745" v="120" actId="20577"/>
        <pc:sldMkLst>
          <pc:docMk/>
          <pc:sldMk cId="911770715" sldId="262"/>
        </pc:sldMkLst>
        <pc:spChg chg="add del mod">
          <ac:chgData name="Mingze Wei" userId="S::mingze.wei@pembroke.sa.edu.au::0fb1d5a2-da49-43e6-96ba-e47beece7258" providerId="AD" clId="Web-{F651B841-553A-B4E9-D257-9D0F4E84FB66}" dt="2026-10-20T23:35:52.757" v="65"/>
          <ac:spMkLst>
            <pc:docMk/>
            <pc:sldMk cId="911770715" sldId="262"/>
            <ac:spMk id="4" creationId="{BD985ECB-AF29-7336-D50B-9CA68666A92E}"/>
          </ac:spMkLst>
        </pc:spChg>
        <pc:spChg chg="mod">
          <ac:chgData name="Mingze Wei" userId="S::mingze.wei@pembroke.sa.edu.au::0fb1d5a2-da49-43e6-96ba-e47beece7258" providerId="AD" clId="Web-{F651B841-553A-B4E9-D257-9D0F4E84FB66}" dt="2026-10-20T23:38:26.745" v="120" actId="20577"/>
          <ac:spMkLst>
            <pc:docMk/>
            <pc:sldMk cId="911770715" sldId="262"/>
            <ac:spMk id="5" creationId="{81E54FA2-B0C3-AB3E-9B2D-8D0714BCF34C}"/>
          </ac:spMkLst>
        </pc:spChg>
        <pc:picChg chg="del">
          <ac:chgData name="Mingze Wei" userId="S::mingze.wei@pembroke.sa.edu.au::0fb1d5a2-da49-43e6-96ba-e47beece7258" providerId="AD" clId="Web-{F651B841-553A-B4E9-D257-9D0F4E84FB66}" dt="2026-10-20T23:35:48.085" v="64"/>
          <ac:picMkLst>
            <pc:docMk/>
            <pc:sldMk cId="911770715" sldId="262"/>
            <ac:picMk id="6" creationId="{B7E1E38C-2FF5-EEB9-AD51-820C34A1D9E1}"/>
          </ac:picMkLst>
        </pc:picChg>
        <pc:picChg chg="add mod ord">
          <ac:chgData name="Mingze Wei" userId="S::mingze.wei@pembroke.sa.edu.au::0fb1d5a2-da49-43e6-96ba-e47beece7258" providerId="AD" clId="Web-{F651B841-553A-B4E9-D257-9D0F4E84FB66}" dt="2026-10-20T23:35:55.742" v="66" actId="1076"/>
          <ac:picMkLst>
            <pc:docMk/>
            <pc:sldMk cId="911770715" sldId="262"/>
            <ac:picMk id="7" creationId="{6A050F7D-2D5A-BE91-028B-3325B46E265F}"/>
          </ac:picMkLst>
        </pc:picChg>
      </pc:sldChg>
      <pc:sldChg chg="addSp delSp modSp add replId">
        <pc:chgData name="Mingze Wei" userId="S::mingze.wei@pembroke.sa.edu.au::0fb1d5a2-da49-43e6-96ba-e47beece7258" providerId="AD" clId="Web-{F651B841-553A-B4E9-D257-9D0F4E84FB66}" dt="2026-10-20T23:38:19.213" v="118" actId="20577"/>
        <pc:sldMkLst>
          <pc:docMk/>
          <pc:sldMk cId="1063317852" sldId="263"/>
        </pc:sldMkLst>
        <pc:spChg chg="add del mod">
          <ac:chgData name="Mingze Wei" userId="S::mingze.wei@pembroke.sa.edu.au::0fb1d5a2-da49-43e6-96ba-e47beece7258" providerId="AD" clId="Web-{F651B841-553A-B4E9-D257-9D0F4E84FB66}" dt="2026-10-20T23:37:16.009" v="69"/>
          <ac:spMkLst>
            <pc:docMk/>
            <pc:sldMk cId="1063317852" sldId="263"/>
            <ac:spMk id="4" creationId="{CDFCCC41-6C0E-421D-532A-7C06251EA40D}"/>
          </ac:spMkLst>
        </pc:spChg>
        <pc:spChg chg="mod">
          <ac:chgData name="Mingze Wei" userId="S::mingze.wei@pembroke.sa.edu.au::0fb1d5a2-da49-43e6-96ba-e47beece7258" providerId="AD" clId="Web-{F651B841-553A-B4E9-D257-9D0F4E84FB66}" dt="2026-10-20T23:38:19.213" v="118" actId="20577"/>
          <ac:spMkLst>
            <pc:docMk/>
            <pc:sldMk cId="1063317852" sldId="263"/>
            <ac:spMk id="5" creationId="{540B43DF-9072-C31C-B0C5-FD8C6863CB12}"/>
          </ac:spMkLst>
        </pc:spChg>
        <pc:picChg chg="add mod ord">
          <ac:chgData name="Mingze Wei" userId="S::mingze.wei@pembroke.sa.edu.au::0fb1d5a2-da49-43e6-96ba-e47beece7258" providerId="AD" clId="Web-{F651B841-553A-B4E9-D257-9D0F4E84FB66}" dt="2026-10-20T23:37:20.290" v="70" actId="1076"/>
          <ac:picMkLst>
            <pc:docMk/>
            <pc:sldMk cId="1063317852" sldId="263"/>
            <ac:picMk id="6" creationId="{30A35D24-C06F-2851-9D21-CCEDE5E6DA60}"/>
          </ac:picMkLst>
        </pc:picChg>
        <pc:picChg chg="del">
          <ac:chgData name="Mingze Wei" userId="S::mingze.wei@pembroke.sa.edu.au::0fb1d5a2-da49-43e6-96ba-e47beece7258" providerId="AD" clId="Web-{F651B841-553A-B4E9-D257-9D0F4E84FB66}" dt="2026-10-20T23:37:11.915" v="68"/>
          <ac:picMkLst>
            <pc:docMk/>
            <pc:sldMk cId="1063317852" sldId="263"/>
            <ac:picMk id="7" creationId="{BAFBA71F-FDC5-13FA-53F3-9FC5F18663F9}"/>
          </ac:picMkLst>
        </pc:picChg>
      </pc:sldChg>
      <pc:sldChg chg="addSp delSp modSp add replId">
        <pc:chgData name="Mingze Wei" userId="S::mingze.wei@pembroke.sa.edu.au::0fb1d5a2-da49-43e6-96ba-e47beece7258" providerId="AD" clId="Web-{F651B841-553A-B4E9-D257-9D0F4E84FB66}" dt="2026-10-20T23:45:44.957" v="163" actId="20577"/>
        <pc:sldMkLst>
          <pc:docMk/>
          <pc:sldMk cId="1229891405" sldId="264"/>
        </pc:sldMkLst>
        <pc:spChg chg="add del mod">
          <ac:chgData name="Mingze Wei" userId="S::mingze.wei@pembroke.sa.edu.au::0fb1d5a2-da49-43e6-96ba-e47beece7258" providerId="AD" clId="Web-{F651B841-553A-B4E9-D257-9D0F4E84FB66}" dt="2026-10-20T23:39:29.886" v="129"/>
          <ac:spMkLst>
            <pc:docMk/>
            <pc:sldMk cId="1229891405" sldId="264"/>
            <ac:spMk id="4" creationId="{6A2AE019-DBA5-550E-F3D1-54C81C202A52}"/>
          </ac:spMkLst>
        </pc:spChg>
        <pc:spChg chg="del mod">
          <ac:chgData name="Mingze Wei" userId="S::mingze.wei@pembroke.sa.edu.au::0fb1d5a2-da49-43e6-96ba-e47beece7258" providerId="AD" clId="Web-{F651B841-553A-B4E9-D257-9D0F4E84FB66}" dt="2026-10-20T23:45:38.519" v="155"/>
          <ac:spMkLst>
            <pc:docMk/>
            <pc:sldMk cId="1229891405" sldId="264"/>
            <ac:spMk id="5" creationId="{CC3AF381-5BEB-5E4F-DC69-D1D29A520048}"/>
          </ac:spMkLst>
        </pc:spChg>
        <pc:spChg chg="add del mod">
          <ac:chgData name="Mingze Wei" userId="S::mingze.wei@pembroke.sa.edu.au::0fb1d5a2-da49-43e6-96ba-e47beece7258" providerId="AD" clId="Web-{F651B841-553A-B4E9-D257-9D0F4E84FB66}" dt="2026-10-20T23:39:22.246" v="128"/>
          <ac:spMkLst>
            <pc:docMk/>
            <pc:sldMk cId="1229891405" sldId="264"/>
            <ac:spMk id="7" creationId="{C27932CA-AD85-EF18-0ED1-ADF2F876D249}"/>
          </ac:spMkLst>
        </pc:spChg>
        <pc:spChg chg="add mod">
          <ac:chgData name="Mingze Wei" userId="S::mingze.wei@pembroke.sa.edu.au::0fb1d5a2-da49-43e6-96ba-e47beece7258" providerId="AD" clId="Web-{F651B841-553A-B4E9-D257-9D0F4E84FB66}" dt="2026-10-20T23:45:44.957" v="163" actId="20577"/>
          <ac:spMkLst>
            <pc:docMk/>
            <pc:sldMk cId="1229891405" sldId="264"/>
            <ac:spMk id="10" creationId="{E05E2BD9-853B-F569-97D8-DF3CB7CEB11A}"/>
          </ac:spMkLst>
        </pc:spChg>
        <pc:picChg chg="del">
          <ac:chgData name="Mingze Wei" userId="S::mingze.wei@pembroke.sa.edu.au::0fb1d5a2-da49-43e6-96ba-e47beece7258" providerId="AD" clId="Web-{F651B841-553A-B4E9-D257-9D0F4E84FB66}" dt="2026-10-20T23:39:12.449" v="122"/>
          <ac:picMkLst>
            <pc:docMk/>
            <pc:sldMk cId="1229891405" sldId="264"/>
            <ac:picMk id="6" creationId="{20EA0C2D-DCC7-75EC-58C1-47DDD672DD36}"/>
          </ac:picMkLst>
        </pc:picChg>
        <pc:picChg chg="add mod ord">
          <ac:chgData name="Mingze Wei" userId="S::mingze.wei@pembroke.sa.edu.au::0fb1d5a2-da49-43e6-96ba-e47beece7258" providerId="AD" clId="Web-{F651B841-553A-B4E9-D257-9D0F4E84FB66}" dt="2026-10-20T23:39:32.027" v="130" actId="1076"/>
          <ac:picMkLst>
            <pc:docMk/>
            <pc:sldMk cId="1229891405" sldId="264"/>
            <ac:picMk id="8" creationId="{D278081E-FBD7-BB63-21D7-E691FC3A1856}"/>
          </ac:picMkLst>
        </pc:picChg>
      </pc:sldChg>
      <pc:sldChg chg="addSp delSp modSp add replId">
        <pc:chgData name="Mingze Wei" userId="S::mingze.wei@pembroke.sa.edu.au::0fb1d5a2-da49-43e6-96ba-e47beece7258" providerId="AD" clId="Web-{F651B841-553A-B4E9-D257-9D0F4E84FB66}" dt="2026-10-20T23:46:08.223" v="166"/>
        <pc:sldMkLst>
          <pc:docMk/>
          <pc:sldMk cId="40924724" sldId="265"/>
        </pc:sldMkLst>
        <pc:spChg chg="add del mod">
          <ac:chgData name="Mingze Wei" userId="S::mingze.wei@pembroke.sa.edu.au::0fb1d5a2-da49-43e6-96ba-e47beece7258" providerId="AD" clId="Web-{F651B841-553A-B4E9-D257-9D0F4E84FB66}" dt="2026-10-20T23:45:23.222" v="152"/>
          <ac:spMkLst>
            <pc:docMk/>
            <pc:sldMk cId="40924724" sldId="265"/>
            <ac:spMk id="4" creationId="{6135EEC5-1B13-C32B-F8F4-21FB7DDA4637}"/>
          </ac:spMkLst>
        </pc:spChg>
        <pc:spChg chg="del">
          <ac:chgData name="Mingze Wei" userId="S::mingze.wei@pembroke.sa.edu.au::0fb1d5a2-da49-43e6-96ba-e47beece7258" providerId="AD" clId="Web-{F651B841-553A-B4E9-D257-9D0F4E84FB66}" dt="2026-10-20T23:45:28.034" v="154"/>
          <ac:spMkLst>
            <pc:docMk/>
            <pc:sldMk cId="40924724" sldId="265"/>
            <ac:spMk id="5" creationId="{424CA455-A862-D630-D3D6-FE15D9053E34}"/>
          </ac:spMkLst>
        </pc:spChg>
        <pc:spChg chg="add">
          <ac:chgData name="Mingze Wei" userId="S::mingze.wei@pembroke.sa.edu.au::0fb1d5a2-da49-43e6-96ba-e47beece7258" providerId="AD" clId="Web-{F651B841-553A-B4E9-D257-9D0F4E84FB66}" dt="2026-10-20T23:46:05.504" v="164"/>
          <ac:spMkLst>
            <pc:docMk/>
            <pc:sldMk cId="40924724" sldId="265"/>
            <ac:spMk id="9" creationId="{CBF2C2B5-CBC8-6CE8-8210-3E8A1911CC11}"/>
          </ac:spMkLst>
        </pc:spChg>
        <pc:spChg chg="add del">
          <ac:chgData name="Mingze Wei" userId="S::mingze.wei@pembroke.sa.edu.au::0fb1d5a2-da49-43e6-96ba-e47beece7258" providerId="AD" clId="Web-{F651B841-553A-B4E9-D257-9D0F4E84FB66}" dt="2026-10-20T23:46:08.223" v="166"/>
          <ac:spMkLst>
            <pc:docMk/>
            <pc:sldMk cId="40924724" sldId="265"/>
            <ac:spMk id="11" creationId="{C35D3A8A-BAE2-6F3E-A69C-C81962FB9330}"/>
          </ac:spMkLst>
        </pc:spChg>
        <pc:picChg chg="add mod ord">
          <ac:chgData name="Mingze Wei" userId="S::mingze.wei@pembroke.sa.edu.au::0fb1d5a2-da49-43e6-96ba-e47beece7258" providerId="AD" clId="Web-{F651B841-553A-B4E9-D257-9D0F4E84FB66}" dt="2026-10-20T23:45:26.300" v="153" actId="1076"/>
          <ac:picMkLst>
            <pc:docMk/>
            <pc:sldMk cId="40924724" sldId="265"/>
            <ac:picMk id="6" creationId="{9594B506-C9BC-6DEA-C1DA-819AEBA43019}"/>
          </ac:picMkLst>
        </pc:picChg>
        <pc:picChg chg="del">
          <ac:chgData name="Mingze Wei" userId="S::mingze.wei@pembroke.sa.edu.au::0fb1d5a2-da49-43e6-96ba-e47beece7258" providerId="AD" clId="Web-{F651B841-553A-B4E9-D257-9D0F4E84FB66}" dt="2026-10-20T23:45:19.315" v="151"/>
          <ac:picMkLst>
            <pc:docMk/>
            <pc:sldMk cId="40924724" sldId="265"/>
            <ac:picMk id="8" creationId="{89D2B0D2-D805-58B5-F627-115E7916CFD9}"/>
          </ac:picMkLst>
        </pc:picChg>
      </pc:sldChg>
      <pc:sldChg chg="addSp delSp modSp add replId">
        <pc:chgData name="Mingze Wei" userId="S::mingze.wei@pembroke.sa.edu.au::0fb1d5a2-da49-43e6-96ba-e47beece7258" providerId="AD" clId="Web-{F651B841-553A-B4E9-D257-9D0F4E84FB66}" dt="2026-10-20T23:48:06.819" v="170" actId="1076"/>
        <pc:sldMkLst>
          <pc:docMk/>
          <pc:sldMk cId="295993715" sldId="266"/>
        </pc:sldMkLst>
        <pc:spChg chg="add del mod">
          <ac:chgData name="Mingze Wei" userId="S::mingze.wei@pembroke.sa.edu.au::0fb1d5a2-da49-43e6-96ba-e47beece7258" providerId="AD" clId="Web-{F651B841-553A-B4E9-D257-9D0F4E84FB66}" dt="2026-10-20T23:48:05.194" v="169"/>
          <ac:spMkLst>
            <pc:docMk/>
            <pc:sldMk cId="295993715" sldId="266"/>
            <ac:spMk id="4" creationId="{EF17F0FF-8321-248B-3244-AD8A62A7610A}"/>
          </ac:spMkLst>
        </pc:spChg>
        <pc:picChg chg="add mod ord">
          <ac:chgData name="Mingze Wei" userId="S::mingze.wei@pembroke.sa.edu.au::0fb1d5a2-da49-43e6-96ba-e47beece7258" providerId="AD" clId="Web-{F651B841-553A-B4E9-D257-9D0F4E84FB66}" dt="2026-10-20T23:48:06.819" v="170" actId="1076"/>
          <ac:picMkLst>
            <pc:docMk/>
            <pc:sldMk cId="295993715" sldId="266"/>
            <ac:picMk id="5" creationId="{A3D85EBC-AAB2-C882-0643-48ADFBA548D4}"/>
          </ac:picMkLst>
        </pc:picChg>
        <pc:picChg chg="del">
          <ac:chgData name="Mingze Wei" userId="S::mingze.wei@pembroke.sa.edu.au::0fb1d5a2-da49-43e6-96ba-e47beece7258" providerId="AD" clId="Web-{F651B841-553A-B4E9-D257-9D0F4E84FB66}" dt="2026-10-20T23:48:01.881" v="168"/>
          <ac:picMkLst>
            <pc:docMk/>
            <pc:sldMk cId="295993715" sldId="266"/>
            <ac:picMk id="6" creationId="{9506D7C1-D48A-A350-BE98-5A94153396FC}"/>
          </ac:picMkLst>
        </pc:picChg>
      </pc:sldChg>
    </pc:docChg>
  </pc:docChgLst>
  <pc:docChgLst>
    <pc:chgData name="Mingze Wei" userId="S::mingze.wei@pembroke.sa.edu.au::0fb1d5a2-da49-43e6-96ba-e47beece7258" providerId="AD" clId="Web-{F9AAC4A9-BC38-6D56-45B6-40C0EE26B5BF}"/>
    <pc:docChg chg="addSld modSld">
      <pc:chgData name="Mingze Wei" userId="S::mingze.wei@pembroke.sa.edu.au::0fb1d5a2-da49-43e6-96ba-e47beece7258" providerId="AD" clId="Web-{F9AAC4A9-BC38-6D56-45B6-40C0EE26B5BF}" dt="2026-10-21T22:57:24.602" v="206" actId="1076"/>
      <pc:docMkLst>
        <pc:docMk/>
      </pc:docMkLst>
      <pc:sldChg chg="addSp delSp modSp add replId">
        <pc:chgData name="Mingze Wei" userId="S::mingze.wei@pembroke.sa.edu.au::0fb1d5a2-da49-43e6-96ba-e47beece7258" providerId="AD" clId="Web-{F9AAC4A9-BC38-6D56-45B6-40C0EE26B5BF}" dt="2026-10-21T22:31:19.792" v="126" actId="1076"/>
        <pc:sldMkLst>
          <pc:docMk/>
          <pc:sldMk cId="2740551210" sldId="267"/>
        </pc:sldMkLst>
        <pc:spChg chg="add del mod">
          <ac:chgData name="Mingze Wei" userId="S::mingze.wei@pembroke.sa.edu.au::0fb1d5a2-da49-43e6-96ba-e47beece7258" providerId="AD" clId="Web-{F9AAC4A9-BC38-6D56-45B6-40C0EE26B5BF}" dt="2026-10-21T22:26:07.785" v="2"/>
          <ac:spMkLst>
            <pc:docMk/>
            <pc:sldMk cId="2740551210" sldId="267"/>
            <ac:spMk id="4" creationId="{C36B44CB-E6D3-A2F9-9A8D-009B159EC596}"/>
          </ac:spMkLst>
        </pc:spChg>
        <pc:spChg chg="mod">
          <ac:chgData name="Mingze Wei" userId="S::mingze.wei@pembroke.sa.edu.au::0fb1d5a2-da49-43e6-96ba-e47beece7258" providerId="AD" clId="Web-{F9AAC4A9-BC38-6D56-45B6-40C0EE26B5BF}" dt="2026-10-21T22:31:19.792" v="126" actId="1076"/>
          <ac:spMkLst>
            <pc:docMk/>
            <pc:sldMk cId="2740551210" sldId="267"/>
            <ac:spMk id="9" creationId="{918F907D-70A3-6347-E7B6-C98A4BB49731}"/>
          </ac:spMkLst>
        </pc:spChg>
        <pc:picChg chg="del">
          <ac:chgData name="Mingze Wei" userId="S::mingze.wei@pembroke.sa.edu.au::0fb1d5a2-da49-43e6-96ba-e47beece7258" providerId="AD" clId="Web-{F9AAC4A9-BC38-6D56-45B6-40C0EE26B5BF}" dt="2026-10-21T22:26:02.769" v="1"/>
          <ac:picMkLst>
            <pc:docMk/>
            <pc:sldMk cId="2740551210" sldId="267"/>
            <ac:picMk id="5" creationId="{FAE41E20-3683-0F01-4F23-1BCCEE5CB2E9}"/>
          </ac:picMkLst>
        </pc:picChg>
        <pc:picChg chg="add mod ord">
          <ac:chgData name="Mingze Wei" userId="S::mingze.wei@pembroke.sa.edu.au::0fb1d5a2-da49-43e6-96ba-e47beece7258" providerId="AD" clId="Web-{F9AAC4A9-BC38-6D56-45B6-40C0EE26B5BF}" dt="2026-10-21T22:26:09.910" v="3" actId="1076"/>
          <ac:picMkLst>
            <pc:docMk/>
            <pc:sldMk cId="2740551210" sldId="267"/>
            <ac:picMk id="6" creationId="{FAEBCF57-9FB4-03EC-70F3-414929DCE709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34:52.374" v="130" actId="1076"/>
        <pc:sldMkLst>
          <pc:docMk/>
          <pc:sldMk cId="1811352774" sldId="268"/>
        </pc:sldMkLst>
        <pc:spChg chg="add del mod">
          <ac:chgData name="Mingze Wei" userId="S::mingze.wei@pembroke.sa.edu.au::0fb1d5a2-da49-43e6-96ba-e47beece7258" providerId="AD" clId="Web-{F9AAC4A9-BC38-6D56-45B6-40C0EE26B5BF}" dt="2026-10-21T22:34:50.140" v="129"/>
          <ac:spMkLst>
            <pc:docMk/>
            <pc:sldMk cId="1811352774" sldId="268"/>
            <ac:spMk id="4" creationId="{951C0CC4-7243-3F6B-ABA6-D48DBE587D71}"/>
          </ac:spMkLst>
        </pc:spChg>
        <pc:picChg chg="add mod ord">
          <ac:chgData name="Mingze Wei" userId="S::mingze.wei@pembroke.sa.edu.au::0fb1d5a2-da49-43e6-96ba-e47beece7258" providerId="AD" clId="Web-{F9AAC4A9-BC38-6D56-45B6-40C0EE26B5BF}" dt="2026-10-21T22:34:52.374" v="130" actId="1076"/>
          <ac:picMkLst>
            <pc:docMk/>
            <pc:sldMk cId="1811352774" sldId="268"/>
            <ac:picMk id="5" creationId="{F6A2EE49-6B2C-7FF9-531D-E71D78DA0B3E}"/>
          </ac:picMkLst>
        </pc:picChg>
        <pc:picChg chg="del">
          <ac:chgData name="Mingze Wei" userId="S::mingze.wei@pembroke.sa.edu.au::0fb1d5a2-da49-43e6-96ba-e47beece7258" providerId="AD" clId="Web-{F9AAC4A9-BC38-6D56-45B6-40C0EE26B5BF}" dt="2026-10-21T22:34:46.109" v="128"/>
          <ac:picMkLst>
            <pc:docMk/>
            <pc:sldMk cId="1811352774" sldId="268"/>
            <ac:picMk id="6" creationId="{5CB1766A-B126-9AE4-6A02-1200265D3BC3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40:31.011" v="134" actId="1076"/>
        <pc:sldMkLst>
          <pc:docMk/>
          <pc:sldMk cId="1462671287" sldId="269"/>
        </pc:sldMkLst>
        <pc:spChg chg="add del mod">
          <ac:chgData name="Mingze Wei" userId="S::mingze.wei@pembroke.sa.edu.au::0fb1d5a2-da49-43e6-96ba-e47beece7258" providerId="AD" clId="Web-{F9AAC4A9-BC38-6D56-45B6-40C0EE26B5BF}" dt="2026-10-21T22:40:28.996" v="133"/>
          <ac:spMkLst>
            <pc:docMk/>
            <pc:sldMk cId="1462671287" sldId="269"/>
            <ac:spMk id="4" creationId="{AB18DE67-9138-FF98-495A-6E0EE0F999E9}"/>
          </ac:spMkLst>
        </pc:spChg>
        <pc:picChg chg="del">
          <ac:chgData name="Mingze Wei" userId="S::mingze.wei@pembroke.sa.edu.au::0fb1d5a2-da49-43e6-96ba-e47beece7258" providerId="AD" clId="Web-{F9AAC4A9-BC38-6D56-45B6-40C0EE26B5BF}" dt="2026-10-21T22:40:24.964" v="132"/>
          <ac:picMkLst>
            <pc:docMk/>
            <pc:sldMk cId="1462671287" sldId="269"/>
            <ac:picMk id="5" creationId="{090637D8-B357-98B5-BFAC-E46634EE4FD1}"/>
          </ac:picMkLst>
        </pc:picChg>
        <pc:picChg chg="add mod ord">
          <ac:chgData name="Mingze Wei" userId="S::mingze.wei@pembroke.sa.edu.au::0fb1d5a2-da49-43e6-96ba-e47beece7258" providerId="AD" clId="Web-{F9AAC4A9-BC38-6D56-45B6-40C0EE26B5BF}" dt="2026-10-21T22:40:31.011" v="134" actId="1076"/>
          <ac:picMkLst>
            <pc:docMk/>
            <pc:sldMk cId="1462671287" sldId="269"/>
            <ac:picMk id="6" creationId="{EEA5E42F-2A8B-CBB5-8955-BC4F85E6436F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43:15.391" v="138" actId="1076"/>
        <pc:sldMkLst>
          <pc:docMk/>
          <pc:sldMk cId="1521103523" sldId="270"/>
        </pc:sldMkLst>
        <pc:spChg chg="add del mod">
          <ac:chgData name="Mingze Wei" userId="S::mingze.wei@pembroke.sa.edu.au::0fb1d5a2-da49-43e6-96ba-e47beece7258" providerId="AD" clId="Web-{F9AAC4A9-BC38-6D56-45B6-40C0EE26B5BF}" dt="2026-10-21T22:43:13.251" v="137"/>
          <ac:spMkLst>
            <pc:docMk/>
            <pc:sldMk cId="1521103523" sldId="270"/>
            <ac:spMk id="4" creationId="{3E416756-2A32-EAD0-13E8-C29E0AA4CA74}"/>
          </ac:spMkLst>
        </pc:spChg>
        <pc:picChg chg="add mod ord">
          <ac:chgData name="Mingze Wei" userId="S::mingze.wei@pembroke.sa.edu.au::0fb1d5a2-da49-43e6-96ba-e47beece7258" providerId="AD" clId="Web-{F9AAC4A9-BC38-6D56-45B6-40C0EE26B5BF}" dt="2026-10-21T22:43:15.391" v="138" actId="1076"/>
          <ac:picMkLst>
            <pc:docMk/>
            <pc:sldMk cId="1521103523" sldId="270"/>
            <ac:picMk id="5" creationId="{355106BB-052B-AFEE-B1EB-D4D126028B6D}"/>
          </ac:picMkLst>
        </pc:picChg>
        <pc:picChg chg="del">
          <ac:chgData name="Mingze Wei" userId="S::mingze.wei@pembroke.sa.edu.au::0fb1d5a2-da49-43e6-96ba-e47beece7258" providerId="AD" clId="Web-{F9AAC4A9-BC38-6D56-45B6-40C0EE26B5BF}" dt="2026-10-21T22:43:10.157" v="136"/>
          <ac:picMkLst>
            <pc:docMk/>
            <pc:sldMk cId="1521103523" sldId="270"/>
            <ac:picMk id="6" creationId="{D44E9A1B-7FBE-AA71-E572-AE978272AC06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45:14.050" v="142" actId="1076"/>
        <pc:sldMkLst>
          <pc:docMk/>
          <pc:sldMk cId="1024500374" sldId="271"/>
        </pc:sldMkLst>
        <pc:spChg chg="add del mod">
          <ac:chgData name="Mingze Wei" userId="S::mingze.wei@pembroke.sa.edu.au::0fb1d5a2-da49-43e6-96ba-e47beece7258" providerId="AD" clId="Web-{F9AAC4A9-BC38-6D56-45B6-40C0EE26B5BF}" dt="2026-10-21T22:45:10.910" v="141"/>
          <ac:spMkLst>
            <pc:docMk/>
            <pc:sldMk cId="1024500374" sldId="271"/>
            <ac:spMk id="4" creationId="{A7FEA06C-025C-EE10-EF6F-03ACB76E6B22}"/>
          </ac:spMkLst>
        </pc:spChg>
        <pc:picChg chg="del">
          <ac:chgData name="Mingze Wei" userId="S::mingze.wei@pembroke.sa.edu.au::0fb1d5a2-da49-43e6-96ba-e47beece7258" providerId="AD" clId="Web-{F9AAC4A9-BC38-6D56-45B6-40C0EE26B5BF}" dt="2026-10-21T22:45:08.456" v="140"/>
          <ac:picMkLst>
            <pc:docMk/>
            <pc:sldMk cId="1024500374" sldId="271"/>
            <ac:picMk id="5" creationId="{40F0384C-92A8-1BDE-CAF8-23C8EB249CE6}"/>
          </ac:picMkLst>
        </pc:picChg>
        <pc:picChg chg="add mod ord">
          <ac:chgData name="Mingze Wei" userId="S::mingze.wei@pembroke.sa.edu.au::0fb1d5a2-da49-43e6-96ba-e47beece7258" providerId="AD" clId="Web-{F9AAC4A9-BC38-6D56-45B6-40C0EE26B5BF}" dt="2026-10-21T22:45:14.050" v="142" actId="1076"/>
          <ac:picMkLst>
            <pc:docMk/>
            <pc:sldMk cId="1024500374" sldId="271"/>
            <ac:picMk id="6" creationId="{DCB29C35-8DDD-D783-C525-1FD44BC755D5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49:57.103" v="146" actId="1076"/>
        <pc:sldMkLst>
          <pc:docMk/>
          <pc:sldMk cId="1467808202" sldId="272"/>
        </pc:sldMkLst>
        <pc:spChg chg="add del mod">
          <ac:chgData name="Mingze Wei" userId="S::mingze.wei@pembroke.sa.edu.au::0fb1d5a2-da49-43e6-96ba-e47beece7258" providerId="AD" clId="Web-{F9AAC4A9-BC38-6D56-45B6-40C0EE26B5BF}" dt="2026-10-21T22:49:55.135" v="145"/>
          <ac:spMkLst>
            <pc:docMk/>
            <pc:sldMk cId="1467808202" sldId="272"/>
            <ac:spMk id="4" creationId="{E2FC64F1-0347-D0B7-D050-F785E0C17135}"/>
          </ac:spMkLst>
        </pc:spChg>
        <pc:picChg chg="add mod ord">
          <ac:chgData name="Mingze Wei" userId="S::mingze.wei@pembroke.sa.edu.au::0fb1d5a2-da49-43e6-96ba-e47beece7258" providerId="AD" clId="Web-{F9AAC4A9-BC38-6D56-45B6-40C0EE26B5BF}" dt="2026-10-21T22:49:57.103" v="146" actId="1076"/>
          <ac:picMkLst>
            <pc:docMk/>
            <pc:sldMk cId="1467808202" sldId="272"/>
            <ac:picMk id="5" creationId="{746A73D1-2E2E-8726-B066-5FAB8332E42B}"/>
          </ac:picMkLst>
        </pc:picChg>
        <pc:picChg chg="del">
          <ac:chgData name="Mingze Wei" userId="S::mingze.wei@pembroke.sa.edu.au::0fb1d5a2-da49-43e6-96ba-e47beece7258" providerId="AD" clId="Web-{F9AAC4A9-BC38-6D56-45B6-40C0EE26B5BF}" dt="2026-10-21T22:49:50.869" v="144"/>
          <ac:picMkLst>
            <pc:docMk/>
            <pc:sldMk cId="1467808202" sldId="272"/>
            <ac:picMk id="6" creationId="{A2796D02-D7FD-9097-394E-338CF53DDE03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53:47.421" v="198" actId="1076"/>
        <pc:sldMkLst>
          <pc:docMk/>
          <pc:sldMk cId="3539272384" sldId="273"/>
        </pc:sldMkLst>
        <pc:spChg chg="mod">
          <ac:chgData name="Mingze Wei" userId="S::mingze.wei@pembroke.sa.edu.au::0fb1d5a2-da49-43e6-96ba-e47beece7258" providerId="AD" clId="Web-{F9AAC4A9-BC38-6D56-45B6-40C0EE26B5BF}" dt="2026-10-21T22:53:41.265" v="197" actId="1076"/>
          <ac:spMkLst>
            <pc:docMk/>
            <pc:sldMk cId="3539272384" sldId="273"/>
            <ac:spMk id="2" creationId="{868EEEF2-3866-FD95-395C-0917781DAC7F}"/>
          </ac:spMkLst>
        </pc:spChg>
        <pc:spChg chg="add mod">
          <ac:chgData name="Mingze Wei" userId="S::mingze.wei@pembroke.sa.edu.au::0fb1d5a2-da49-43e6-96ba-e47beece7258" providerId="AD" clId="Web-{F9AAC4A9-BC38-6D56-45B6-40C0EE26B5BF}" dt="2026-10-21T22:52:10.419" v="149"/>
          <ac:spMkLst>
            <pc:docMk/>
            <pc:sldMk cId="3539272384" sldId="273"/>
            <ac:spMk id="6" creationId="{31B040FC-BA6A-8226-CBBE-73AFA315FDBD}"/>
          </ac:spMkLst>
        </pc:spChg>
        <pc:spChg chg="mod">
          <ac:chgData name="Mingze Wei" userId="S::mingze.wei@pembroke.sa.edu.au::0fb1d5a2-da49-43e6-96ba-e47beece7258" providerId="AD" clId="Web-{F9AAC4A9-BC38-6D56-45B6-40C0EE26B5BF}" dt="2026-10-21T22:53:36.374" v="196" actId="14100"/>
          <ac:spMkLst>
            <pc:docMk/>
            <pc:sldMk cId="3539272384" sldId="273"/>
            <ac:spMk id="9" creationId="{5D1B440B-6633-EFDA-9AFC-92C3C77E7829}"/>
          </ac:spMkLst>
        </pc:spChg>
        <pc:picChg chg="add mod">
          <ac:chgData name="Mingze Wei" userId="S::mingze.wei@pembroke.sa.edu.au::0fb1d5a2-da49-43e6-96ba-e47beece7258" providerId="AD" clId="Web-{F9AAC4A9-BC38-6D56-45B6-40C0EE26B5BF}" dt="2026-10-21T22:53:47.421" v="198" actId="1076"/>
          <ac:picMkLst>
            <pc:docMk/>
            <pc:sldMk cId="3539272384" sldId="273"/>
            <ac:picMk id="3" creationId="{439752F4-7FEC-C85E-0EE5-92D34D4D4912}"/>
          </ac:picMkLst>
        </pc:picChg>
        <pc:picChg chg="del">
          <ac:chgData name="Mingze Wei" userId="S::mingze.wei@pembroke.sa.edu.au::0fb1d5a2-da49-43e6-96ba-e47beece7258" providerId="AD" clId="Web-{F9AAC4A9-BC38-6D56-45B6-40C0EE26B5BF}" dt="2026-10-21T22:52:10.419" v="149"/>
          <ac:picMkLst>
            <pc:docMk/>
            <pc:sldMk cId="3539272384" sldId="273"/>
            <ac:picMk id="5" creationId="{B18F8F3A-E9F5-2802-5AE3-E1843B5CB62B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54:46.547" v="202" actId="1076"/>
        <pc:sldMkLst>
          <pc:docMk/>
          <pc:sldMk cId="1063397400" sldId="274"/>
        </pc:sldMkLst>
        <pc:spChg chg="del">
          <ac:chgData name="Mingze Wei" userId="S::mingze.wei@pembroke.sa.edu.au::0fb1d5a2-da49-43e6-96ba-e47beece7258" providerId="AD" clId="Web-{F9AAC4A9-BC38-6D56-45B6-40C0EE26B5BF}" dt="2026-10-21T22:54:44.344" v="201"/>
          <ac:spMkLst>
            <pc:docMk/>
            <pc:sldMk cId="1063397400" sldId="274"/>
            <ac:spMk id="6" creationId="{5AB6A5E1-7D62-6AAB-1168-0137E03F5728}"/>
          </ac:spMkLst>
        </pc:spChg>
        <pc:picChg chg="del">
          <ac:chgData name="Mingze Wei" userId="S::mingze.wei@pembroke.sa.edu.au::0fb1d5a2-da49-43e6-96ba-e47beece7258" providerId="AD" clId="Web-{F9AAC4A9-BC38-6D56-45B6-40C0EE26B5BF}" dt="2026-10-21T22:54:39.704" v="200"/>
          <ac:picMkLst>
            <pc:docMk/>
            <pc:sldMk cId="1063397400" sldId="274"/>
            <ac:picMk id="3" creationId="{CE1E07E2-149F-21A4-E5B9-97618711840C}"/>
          </ac:picMkLst>
        </pc:picChg>
        <pc:picChg chg="add mod ord">
          <ac:chgData name="Mingze Wei" userId="S::mingze.wei@pembroke.sa.edu.au::0fb1d5a2-da49-43e6-96ba-e47beece7258" providerId="AD" clId="Web-{F9AAC4A9-BC38-6D56-45B6-40C0EE26B5BF}" dt="2026-10-21T22:54:46.547" v="202" actId="1076"/>
          <ac:picMkLst>
            <pc:docMk/>
            <pc:sldMk cId="1063397400" sldId="274"/>
            <ac:picMk id="4" creationId="{EEDA0497-1225-AA53-C284-3C305BE3FA0F}"/>
          </ac:picMkLst>
        </pc:picChg>
      </pc:sldChg>
      <pc:sldChg chg="addSp delSp modSp add replId">
        <pc:chgData name="Mingze Wei" userId="S::mingze.wei@pembroke.sa.edu.au::0fb1d5a2-da49-43e6-96ba-e47beece7258" providerId="AD" clId="Web-{F9AAC4A9-BC38-6D56-45B6-40C0EE26B5BF}" dt="2026-10-21T22:57:24.602" v="206" actId="1076"/>
        <pc:sldMkLst>
          <pc:docMk/>
          <pc:sldMk cId="1555960182" sldId="275"/>
        </pc:sldMkLst>
        <pc:spChg chg="add del mod">
          <ac:chgData name="Mingze Wei" userId="S::mingze.wei@pembroke.sa.edu.au::0fb1d5a2-da49-43e6-96ba-e47beece7258" providerId="AD" clId="Web-{F9AAC4A9-BC38-6D56-45B6-40C0EE26B5BF}" dt="2026-10-21T22:57:23.445" v="205"/>
          <ac:spMkLst>
            <pc:docMk/>
            <pc:sldMk cId="1555960182" sldId="275"/>
            <ac:spMk id="5" creationId="{814B341B-9C38-771B-243E-1D626A6C27CB}"/>
          </ac:spMkLst>
        </pc:spChg>
        <pc:picChg chg="del">
          <ac:chgData name="Mingze Wei" userId="S::mingze.wei@pembroke.sa.edu.au::0fb1d5a2-da49-43e6-96ba-e47beece7258" providerId="AD" clId="Web-{F9AAC4A9-BC38-6D56-45B6-40C0EE26B5BF}" dt="2026-10-21T22:57:16.320" v="204"/>
          <ac:picMkLst>
            <pc:docMk/>
            <pc:sldMk cId="1555960182" sldId="275"/>
            <ac:picMk id="4" creationId="{03F63D96-04E1-7054-4405-CA7E2D908033}"/>
          </ac:picMkLst>
        </pc:picChg>
        <pc:picChg chg="add mod ord">
          <ac:chgData name="Mingze Wei" userId="S::mingze.wei@pembroke.sa.edu.au::0fb1d5a2-da49-43e6-96ba-e47beece7258" providerId="AD" clId="Web-{F9AAC4A9-BC38-6D56-45B6-40C0EE26B5BF}" dt="2026-10-21T22:57:24.602" v="206" actId="1076"/>
          <ac:picMkLst>
            <pc:docMk/>
            <pc:sldMk cId="1555960182" sldId="275"/>
            <ac:picMk id="6" creationId="{5893E855-426B-EA5A-4284-1F836E1E355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1CEA-6919-6765-214A-4427DDDD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DFDDD-8D1A-243B-5617-DF136A793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440EB-C761-FF40-E80E-4589F193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6767A-5BCC-94CB-0392-2B7A3CD5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5C4F-AAFD-AF38-94EC-C49F4B71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3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BED1-88CE-D788-8994-83A3C152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31F3C-21F6-D3E6-8458-5B7E8A51C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D8C44-5002-5976-1281-0957FCB1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A8611-6BCD-50E0-97FE-DD769B1D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B1D25-62E0-6DE8-6D68-E3B2D76F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7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CA84-8A53-0F32-5620-E3AEA8CE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EF780-13CF-20E2-9347-C5F543DEF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77E5D-1235-950A-B542-90BD88B8F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18B74-6267-C5A5-DF70-8A817F8F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60898-42B7-A2B2-E138-BCC11A5B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1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6956-D0ED-B4D0-9834-7C7E52C5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2833-A1A3-64B1-EE32-6A1608AE0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923F7-EC34-7253-4901-8CE9E4912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046A2-69CA-7124-DE1A-EEA1C672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15CA5-1C07-CC60-0818-60A45F2B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0AFE0-6DC9-E357-8790-2EE7B4F3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0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A24AA-3E00-98AA-3FCA-639529F6E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111C2-57E1-682C-3E1E-084EF234A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DDC79-1FE6-3EE0-FFF0-750AE7E40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8410C-AE77-0313-56DD-486914D4E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14C0A-1E6F-5C38-0309-F322D3DAE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4BCD4-0E63-70BA-0B5B-A7133123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590EC-28BC-3FDE-4B04-B195E723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DA670-D7F0-E66B-A21F-CB369387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5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5108-779D-3CE6-02CD-90F2652D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D2801-1312-8577-13BD-DF6A80F9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18737-5ABD-B247-AAB0-851AC550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1F464-E7B8-996D-90F4-83044593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6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A9225-8D8C-0383-6042-2D8F7883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835B2-BE1D-1DB1-333A-77BAF4A9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323B0-1EB5-2C32-C861-5680B82A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1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CABB-C1B6-435C-CF3B-99D3E086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D3931-6E30-FD10-BD73-F35BF9260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35B0E-8BF7-282F-489C-A288CE446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174EC-CBE6-4C80-12C4-25601D76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62EB5-A88D-AD1F-4132-0EFF211A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1DFE9-4234-145D-D74D-F82E655A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DD5A-B9F5-043A-9C17-3FE75C9D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93B2F-312F-A78E-C330-A9142FA5F7E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7E77A-711B-07EA-8815-9A748046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A1E75-EF5A-20E6-F852-84BB3119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4867C-9658-4650-DD1F-2CE0660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1BDEF-84C1-1A71-4E14-7660EA49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3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CC4A-808C-0A31-ACDC-A55E391BC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AB18E-5D6D-4516-04E1-67F9CD5B3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C0F74-9CD4-14C9-B507-C6665B3D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EE470-7EB3-284F-AC18-CE46848E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300FD-92D9-EF80-AD8A-C95565F9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70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846C2-C06A-FF8D-790C-AA60E0A27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71446-BF79-943C-ECD2-B72C24E6E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90A4D-0899-02CE-DEE0-F3A02AC6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80351-A3B0-6453-C0BC-46146782A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E4798-2CB9-4278-EF74-132BFFDB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2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17913-C214-90B7-14AB-78EE536A6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9EBEF-0102-C41F-39AC-D20CE4726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D23D-46C1-BA13-A229-42805C83C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C2DEF-1FEA-B241-9ED2-02D5DB5BB62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CF17B-016C-C53C-8D96-FA425F1FC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25C75-6963-3CEB-B825-588A60629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582D7-AEDA-3341-960C-6FD2540E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8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6F39-1489-A218-371E-1866022F3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Maze runner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C9670-F952-4577-F407-4FF23C6ADB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Mingze + Jerry </a:t>
            </a:r>
            <a:r>
              <a:rPr lang="en-US" err="1"/>
              <a:t>cook.net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5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416A-3D1F-DD83-0F3D-5FD7D65C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Jerry lead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59440-6FD7-496E-8F2F-F39671E96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Mingze WHY ARENT U HEREEE</a:t>
            </a:r>
          </a:p>
          <a:p>
            <a:r>
              <a:rPr lang="en-US"/>
              <a:t>I</a:t>
            </a:r>
            <a:r>
              <a:rPr lang="en-US">
                <a:ea typeface="+mn-lt"/>
                <a:cs typeface="+mn-lt"/>
              </a:rPr>
              <a:t>©</a:t>
            </a:r>
            <a:r>
              <a:rPr lang="en-US"/>
              <a:t> am</a:t>
            </a:r>
            <a:r>
              <a:rPr lang="en-US">
                <a:ea typeface="+mn-lt"/>
                <a:cs typeface="+mn-lt"/>
              </a:rPr>
              <a:t>©</a:t>
            </a:r>
            <a:r>
              <a:rPr lang="en-US"/>
              <a:t> now</a:t>
            </a:r>
            <a:r>
              <a:rPr lang="en-US">
                <a:ea typeface="+mn-lt"/>
                <a:cs typeface="+mn-lt"/>
              </a:rPr>
              <a:t>©</a:t>
            </a:r>
            <a:r>
              <a:rPr lang="en-US"/>
              <a:t> :)©</a:t>
            </a:r>
            <a:r>
              <a:rPr lang="en-US">
                <a:ea typeface="+mn-lt"/>
                <a:cs typeface="+mn-lt"/>
              </a:rPr>
              <a:t> -© Mingze©</a:t>
            </a:r>
          </a:p>
          <a:p>
            <a:r>
              <a:rPr lang="en-US"/>
              <a:t>Ps</a:t>
            </a:r>
            <a:r>
              <a:rPr lang="en-US">
                <a:ea typeface="+mn-lt"/>
                <a:cs typeface="+mn-lt"/>
              </a:rPr>
              <a:t>©-© no© stealing©  my© identity©.©</a:t>
            </a:r>
          </a:p>
        </p:txBody>
      </p:sp>
    </p:spTree>
    <p:extLst>
      <p:ext uri="{BB962C8B-B14F-4D97-AF65-F5344CB8AC3E}">
        <p14:creationId xmlns:p14="http://schemas.microsoft.com/office/powerpoint/2010/main" val="212803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ADB6-AC0D-0285-2708-982A69F8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Pheodo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904B5-70B1-A054-2F82-4A6BB182A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Start</a:t>
            </a:r>
          </a:p>
          <a:p>
            <a:r>
              <a:rPr lang="en-US"/>
              <a:t>Drive </a:t>
            </a:r>
          </a:p>
          <a:p>
            <a:r>
              <a:rPr lang="en-US"/>
              <a:t>If wall turn 90</a:t>
            </a:r>
          </a:p>
          <a:p>
            <a:r>
              <a:rPr lang="en-US"/>
              <a:t>If wall again turn 180</a:t>
            </a:r>
          </a:p>
          <a:p>
            <a:r>
              <a:rPr lang="en-US"/>
              <a:t>Drive</a:t>
            </a:r>
          </a:p>
          <a:p>
            <a:r>
              <a:rPr lang="en-US"/>
              <a:t>End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53A30-A79B-65EF-DBC1-A01CF87BD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901" y="0"/>
            <a:ext cx="6445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2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A9C1D-C47C-DCCB-CF1C-D3420FB1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9F01F-EC03-F1A0-7E7F-947BD459C72E}"/>
              </a:ext>
            </a:extLst>
          </p:cNvPr>
          <p:cNvSpPr txBox="1"/>
          <p:nvPr/>
        </p:nvSpPr>
        <p:spPr>
          <a:xfrm>
            <a:off x="840828" y="1950983"/>
            <a:ext cx="60960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endParaRPr lang="en-US" sz="2800">
              <a:cs typeface="Arial"/>
            </a:endParaRPr>
          </a:p>
          <a:p>
            <a:r>
              <a:rPr lang="en-US" sz="2800">
                <a:cs typeface="Arial"/>
              </a:rPr>
              <a:t>Because last code didn’t work as it didn’t turn exactly 90 degrees</a:t>
            </a:r>
          </a:p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060B45-25B3-7FC5-CDD9-2E23A2715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9844" y="1470901"/>
            <a:ext cx="43286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E4DA6-8EA1-AE75-3BD1-F5A91894A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8242-4626-2ECB-B3C4-1FAC8B71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7FB67-97DD-8994-55EB-5E348867D53C}"/>
              </a:ext>
            </a:extLst>
          </p:cNvPr>
          <p:cNvSpPr txBox="1"/>
          <p:nvPr/>
        </p:nvSpPr>
        <p:spPr>
          <a:xfrm>
            <a:off x="840828" y="1950983"/>
            <a:ext cx="60960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endParaRPr lang="en-US" sz="2800">
              <a:cs typeface="Arial"/>
            </a:endParaRPr>
          </a:p>
          <a:p>
            <a:r>
              <a:rPr lang="en-US" sz="2800">
                <a:cs typeface="Arial"/>
              </a:rPr>
              <a:t>Because last code didn’t work as it didn’t turn exactly 90 degrees</a:t>
            </a:r>
          </a:p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B5BED4-7687-5BE3-C1B8-6BAF1936C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6121" y="1530156"/>
            <a:ext cx="44935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6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4633-C3E8-C9B5-2743-9BF5CC79E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C652-C59A-E6FE-C3A8-706D8C26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E54FA2-B0C3-AB3E-9B2D-8D0714BCF34C}"/>
              </a:ext>
            </a:extLst>
          </p:cNvPr>
          <p:cNvSpPr txBox="1"/>
          <p:nvPr/>
        </p:nvSpPr>
        <p:spPr>
          <a:xfrm>
            <a:off x="840828" y="1950983"/>
            <a:ext cx="60960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endParaRPr lang="en-US" sz="2800">
              <a:cs typeface="Arial"/>
            </a:endParaRPr>
          </a:p>
          <a:p>
            <a:r>
              <a:rPr lang="en-US" sz="2800">
                <a:cs typeface="Arial"/>
              </a:rPr>
              <a:t>Because last code didn’t work as it didn’t turn</a:t>
            </a:r>
          </a:p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050F7D-2D5A-BE91-028B-3325B46E2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8871" y="1685666"/>
            <a:ext cx="37633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70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FF92-E4E3-98E0-0D3E-5C43CF59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F2A4-0314-D5F0-08F5-E589B94F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B43DF-9072-C31C-B0C5-FD8C6863CB12}"/>
              </a:ext>
            </a:extLst>
          </p:cNvPr>
          <p:cNvSpPr txBox="1"/>
          <p:nvPr/>
        </p:nvSpPr>
        <p:spPr>
          <a:xfrm>
            <a:off x="840828" y="1950983"/>
            <a:ext cx="6096000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Turn 90 will turn to much and turns 5 to go back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Turn 180 will turn to much and turns 5 to go back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ctr"/>
            <a:endParaRPr lang="en-US">
              <a:cs typeface="Arial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A35D24-C06F-2851-9D21-CCEDE5E6D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41326" y="1685666"/>
            <a:ext cx="36139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1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D6B9-2270-C0EF-BC27-63DD873A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7E56-3DC5-557E-74D0-033F530F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78081E-FBD7-BB63-21D7-E691FC3A1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0804" y="1687677"/>
            <a:ext cx="3910324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5E2BD9-853B-F569-97D8-DF3CB7CEB11A}"/>
              </a:ext>
            </a:extLst>
          </p:cNvPr>
          <p:cNvSpPr txBox="1"/>
          <p:nvPr/>
        </p:nvSpPr>
        <p:spPr>
          <a:xfrm>
            <a:off x="840828" y="1950983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22989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A87B0-54B0-607D-D5CD-04EEB4AC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BF63-A5C2-B1D7-4655-AAF98740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94B506-C9BC-6DEA-C1DA-819AEBA43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5826" y="1549728"/>
            <a:ext cx="3895520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F2C2B5-CBC8-6CE8-8210-3E8A1911CC11}"/>
              </a:ext>
            </a:extLst>
          </p:cNvPr>
          <p:cNvSpPr txBox="1"/>
          <p:nvPr/>
        </p:nvSpPr>
        <p:spPr>
          <a:xfrm>
            <a:off x="840828" y="1950983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0924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33C7-357A-89F9-D7E9-07994DF2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A9AF-10EC-BF68-288D-5E9E5A69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9C4FA-DBC6-4C0C-77A4-5E1CE846FABF}"/>
              </a:ext>
            </a:extLst>
          </p:cNvPr>
          <p:cNvSpPr txBox="1"/>
          <p:nvPr/>
        </p:nvSpPr>
        <p:spPr>
          <a:xfrm>
            <a:off x="840828" y="1950983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D85EBC-AAB2-C882-0643-48ADFBA54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7433" y="1112393"/>
            <a:ext cx="39824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3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05B7-9503-3CC0-48E1-9E8825F3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5998-1700-13CC-E19E-1D238C2F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F907D-70A3-6347-E7B6-C98A4BB49731}"/>
              </a:ext>
            </a:extLst>
          </p:cNvPr>
          <p:cNvSpPr txBox="1"/>
          <p:nvPr/>
        </p:nvSpPr>
        <p:spPr>
          <a:xfrm>
            <a:off x="840828" y="1445173"/>
            <a:ext cx="60960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EBCF57-9FB4-03EC-70F3-414929DCE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1569" y="1447673"/>
            <a:ext cx="26648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51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648A-04E5-551E-83AD-3D5AA6065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3E73-E859-744A-BAC6-B2071BBE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50EE0-183F-116C-7044-4AFC45F546F6}"/>
              </a:ext>
            </a:extLst>
          </p:cNvPr>
          <p:cNvSpPr txBox="1"/>
          <p:nvPr/>
        </p:nvSpPr>
        <p:spPr>
          <a:xfrm>
            <a:off x="840828" y="1445173"/>
            <a:ext cx="60960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2EE49-6B2C-7FF9-531D-E71D78DA0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4010" y="1254125"/>
            <a:ext cx="27788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52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86703-67B9-217A-3F1A-7F4D1EBD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0822-D122-250C-BA11-BB14626A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8E8C9-B2FC-742F-29E8-9580CE1BF6C2}"/>
              </a:ext>
            </a:extLst>
          </p:cNvPr>
          <p:cNvSpPr txBox="1"/>
          <p:nvPr/>
        </p:nvSpPr>
        <p:spPr>
          <a:xfrm>
            <a:off x="840828" y="1445173"/>
            <a:ext cx="60960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A5E42F-2A8B-CBB5-8955-BC4F85E64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2305" y="1258013"/>
            <a:ext cx="21722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71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F377-565D-144D-7069-97B67BEF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B033-949E-CC35-FA4B-DF9E6809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D313A-9E81-7DB8-84A8-A0E9C6FB1DBE}"/>
              </a:ext>
            </a:extLst>
          </p:cNvPr>
          <p:cNvSpPr txBox="1"/>
          <p:nvPr/>
        </p:nvSpPr>
        <p:spPr>
          <a:xfrm>
            <a:off x="840828" y="1445173"/>
            <a:ext cx="60960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5106BB-052B-AFEE-B1EB-D4D126028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1439" y="1258013"/>
            <a:ext cx="33605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0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D51F-CF18-FB6A-C3AB-EFB022C1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8739-8FE6-4F09-F000-BCC3F6A3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FD25F-BD6F-3D4D-0F95-700F17A67921}"/>
              </a:ext>
            </a:extLst>
          </p:cNvPr>
          <p:cNvSpPr txBox="1"/>
          <p:nvPr/>
        </p:nvSpPr>
        <p:spPr>
          <a:xfrm>
            <a:off x="840828" y="1445173"/>
            <a:ext cx="60960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B29C35-8DDD-D783-C525-1FD44BC75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5490" y="1685666"/>
            <a:ext cx="25833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00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FDB2-ACA7-AE73-2007-318BE0C9D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1F11-A383-1082-5693-7D85B1FF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384FC-6527-44E5-78DD-CB1E965DAEBA}"/>
              </a:ext>
            </a:extLst>
          </p:cNvPr>
          <p:cNvSpPr txBox="1"/>
          <p:nvPr/>
        </p:nvSpPr>
        <p:spPr>
          <a:xfrm>
            <a:off x="840828" y="1445173"/>
            <a:ext cx="60960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6A73D1-2E2E-8726-B066-5FAB8332E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9098" y="1258013"/>
            <a:ext cx="27537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08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A153-8C35-BF8B-6351-5C2C237B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EEF2-3866-FD95-395C-0917781D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227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B440B-6633-EFDA-9AFC-92C3C77E7829}"/>
              </a:ext>
            </a:extLst>
          </p:cNvPr>
          <p:cNvSpPr txBox="1"/>
          <p:nvPr/>
        </p:nvSpPr>
        <p:spPr>
          <a:xfrm>
            <a:off x="669767" y="1204131"/>
            <a:ext cx="7728856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endParaRPr lang="en-US" sz="28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Also printing current facing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9752F4-7FEC-C85E-0EE5-92D34D4D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345" y="1477346"/>
            <a:ext cx="4280718" cy="503853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040FC-BA6A-8226-CBBE-73AFA315F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72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8BF6-5CC7-3953-32B8-4B40680A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A20C-91B2-FF0F-DC2D-11F724B7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227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7385E-0890-22F3-C9C0-26CCAED92A41}"/>
              </a:ext>
            </a:extLst>
          </p:cNvPr>
          <p:cNvSpPr txBox="1"/>
          <p:nvPr/>
        </p:nvSpPr>
        <p:spPr>
          <a:xfrm>
            <a:off x="669767" y="1204131"/>
            <a:ext cx="7728856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endParaRPr lang="en-US" sz="28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Also printing current facing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DA0497-1225-AA53-C284-3C305BE3F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6438" y="1918931"/>
            <a:ext cx="35323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97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24BB-E11D-48A3-A6D1-CD05E251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CF7D-1B77-DC5A-BB24-71A38C63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227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Photo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403DC-AE53-D6C9-BDC6-33DDA95D94FF}"/>
              </a:ext>
            </a:extLst>
          </p:cNvPr>
          <p:cNvSpPr txBox="1"/>
          <p:nvPr/>
        </p:nvSpPr>
        <p:spPr>
          <a:xfrm>
            <a:off x="669767" y="1204131"/>
            <a:ext cx="7728856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Start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turn 90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direction isn't direction before turning plus 90, turn to direction before turning plus 90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wall again turn 180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If </a:t>
            </a:r>
            <a:r>
              <a:rPr lang="en-US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If</a:t>
            </a: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direction isn't direction before turning plus 180, turn to direction before turning plus 180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Drive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End 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endParaRPr lang="en-US" sz="28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Also printing current facing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93E855-426B-EA5A-4284-1F836E1E3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4222" y="1716768"/>
            <a:ext cx="36989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6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7A3C-A906-6EB7-A379-06B5F979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65A3-C592-4142-B431-F75A791A9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BBC6C-729C-889E-C708-F9D3526CBEC6}"/>
              </a:ext>
            </a:extLst>
          </p:cNvPr>
          <p:cNvSpPr txBox="1"/>
          <p:nvPr/>
        </p:nvSpPr>
        <p:spPr>
          <a:xfrm>
            <a:off x="3048000" y="3429000"/>
            <a:ext cx="6096000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0" i="0" u="none" strike="noStrike" baseline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MTU2MDQ1MDIzMzE3ODEyODQ3NA.G8XO82.kSMco_VZDAayWNe5piDYOxY5A_d4GWpO6oUK4U</a:t>
            </a:r>
            <a:r>
              <a:rPr sz="4000" b="0" i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69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Maze runner</vt:lpstr>
      <vt:lpstr>Jerry lead</vt:lpstr>
      <vt:lpstr>Pheodo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Photo</vt:lpstr>
      <vt:lpstr>Flowchart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 Shen</dc:creator>
  <cp:revision>1</cp:revision>
  <dcterms:created xsi:type="dcterms:W3CDTF">2026-10-16T01:14:50Z</dcterms:created>
  <dcterms:modified xsi:type="dcterms:W3CDTF">2026-10-21T22:58:02Z</dcterms:modified>
</cp:coreProperties>
</file>